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Oswald Bold" charset="1" panose="00000800000000000000"/>
      <p:regular r:id="rId19"/>
    </p:embeddedFont>
    <p:embeddedFont>
      <p:font typeface="Oswald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08709" y="-276379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2231" y="699706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7" y="0"/>
                </a:lnTo>
                <a:lnTo>
                  <a:pt x="62174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76901" y="3553541"/>
            <a:ext cx="15230022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007444" y="3865821"/>
            <a:ext cx="10913087" cy="5335479"/>
          </a:xfrm>
          <a:custGeom>
            <a:avLst/>
            <a:gdLst/>
            <a:ahLst/>
            <a:cxnLst/>
            <a:rect r="r" b="b" t="t" l="l"/>
            <a:pathLst>
              <a:path h="5335479" w="10913087">
                <a:moveTo>
                  <a:pt x="0" y="0"/>
                </a:moveTo>
                <a:lnTo>
                  <a:pt x="10913087" y="0"/>
                </a:lnTo>
                <a:lnTo>
                  <a:pt x="10913087" y="5335479"/>
                </a:lnTo>
                <a:lnTo>
                  <a:pt x="0" y="53354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502541"/>
            <a:ext cx="6121016" cy="205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Integrantes: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Vicente </a:t>
            </a:r>
            <a:r>
              <a:rPr lang="en-US" sz="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Salinas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Benjamín </a:t>
            </a:r>
            <a:r>
              <a:rPr lang="en-US" sz="2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Nuñez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Brandon </a:t>
            </a: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Monsalve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6901" y="1209675"/>
            <a:ext cx="16709022" cy="201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FASE 1: SISTEMA KIOSKO INTERACTIVO (INFODUOC SAN JOAQUÍN)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6901" y="6920865"/>
            <a:ext cx="6121016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Sección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001D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99705"/>
            <a:ext cx="6121016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Profesora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Karla Rocco </a:t>
            </a: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Ramirez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746267">
            <a:off x="-2080009" y="-221871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0045" y="1192337"/>
            <a:ext cx="7663024" cy="7878638"/>
          </a:xfrm>
          <a:custGeom>
            <a:avLst/>
            <a:gdLst/>
            <a:ahLst/>
            <a:cxnLst/>
            <a:rect r="r" b="b" t="t" l="l"/>
            <a:pathLst>
              <a:path h="7878638" w="7663024">
                <a:moveTo>
                  <a:pt x="0" y="0"/>
                </a:moveTo>
                <a:lnTo>
                  <a:pt x="7663024" y="0"/>
                </a:lnTo>
                <a:lnTo>
                  <a:pt x="7663024" y="7878638"/>
                </a:lnTo>
                <a:lnTo>
                  <a:pt x="0" y="7878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6" t="0" r="-28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58202"/>
            <a:ext cx="8927398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Navegar por los 8 pisos de la sede Duoc UC San Joaquín representa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 desafío constante para alumnos de primer año, nuevos docentes y visitantes. La falta de orientación clara genera pérdidas de tiempo y dificulta el acceso rápido a salas, laboratorios y servicios.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209675"/>
            <a:ext cx="7913187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INTRODUCCION: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64981"/>
            <a:ext cx="8927398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resolverlo, nace InfoDuoc UC San Joaquín,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una solución web para tótems táctiles que ofrece mapas interactivos vectoriales, directorio institucional y búsqueda inteligente. Desarrollado con arquitectura Cliente-Servidor (SPA y API RESTful) bajo metodología Scrum, el proyecto destaca por su diseño accesible, funcionamiento offline y un módulo de analíticas para optimizar la señalética de la sede.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5766" y="718647"/>
            <a:ext cx="9796033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60"/>
              </a:lnSpc>
            </a:pPr>
            <a:r>
              <a:rPr lang="en-US" b="true" sz="800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DEFINICION E IMPACTO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08366" y="2151681"/>
            <a:ext cx="10085537" cy="584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0772" indent="-295386" lvl="1">
              <a:lnSpc>
                <a:spcPts val="3830"/>
              </a:lnSpc>
              <a:buFont typeface="Arial"/>
              <a:buChar char="•"/>
            </a:pPr>
            <a:r>
              <a:rPr lang="en-US" b="true" sz="27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Definición: </a:t>
            </a:r>
            <a:r>
              <a:rPr lang="en-US" sz="27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Aplicación web optimizada para modo kiosco que integra un mapa arquitectónico interactivo por pisos y un directorio institucional dinámico.</a:t>
            </a:r>
          </a:p>
          <a:p>
            <a:pPr algn="just">
              <a:lnSpc>
                <a:spcPts val="3830"/>
              </a:lnSpc>
            </a:pPr>
          </a:p>
          <a:p>
            <a:pPr algn="just" marL="590772" indent="-295386" lvl="1">
              <a:lnSpc>
                <a:spcPts val="38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Impacto:</a:t>
            </a:r>
            <a:r>
              <a:rPr lang="en-US" sz="27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Resuelve</a:t>
            </a:r>
            <a:r>
              <a:rPr lang="en-US" sz="27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los problemas de orientación espacial de los alumnos, agiliza el acceso a la información de contacto de las distintas áreas (Dirección, Financiamiento, Escuelas) y entrega a la sede una herramienta autogestionable que no requiere conocimientos de programación para actualizarse.</a:t>
            </a:r>
          </a:p>
          <a:p>
            <a:pPr algn="just">
              <a:lnSpc>
                <a:spcPts val="383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690028" y="-2362372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09589" y="6909434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7" y="0"/>
                </a:lnTo>
                <a:lnTo>
                  <a:pt x="62174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82" y="2024047"/>
            <a:ext cx="7996684" cy="5237828"/>
          </a:xfrm>
          <a:custGeom>
            <a:avLst/>
            <a:gdLst/>
            <a:ahLst/>
            <a:cxnLst/>
            <a:rect r="r" b="b" t="t" l="l"/>
            <a:pathLst>
              <a:path h="5237828" w="7996684">
                <a:moveTo>
                  <a:pt x="0" y="0"/>
                </a:moveTo>
                <a:lnTo>
                  <a:pt x="7996684" y="0"/>
                </a:lnTo>
                <a:lnTo>
                  <a:pt x="7996684" y="5237828"/>
                </a:lnTo>
                <a:lnTo>
                  <a:pt x="0" y="5237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9769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61045" y="2344879"/>
            <a:ext cx="6309031" cy="5316513"/>
          </a:xfrm>
          <a:custGeom>
            <a:avLst/>
            <a:gdLst/>
            <a:ahLst/>
            <a:cxnLst/>
            <a:rect r="r" b="b" t="t" l="l"/>
            <a:pathLst>
              <a:path h="5316513" w="6309031">
                <a:moveTo>
                  <a:pt x="0" y="0"/>
                </a:moveTo>
                <a:lnTo>
                  <a:pt x="6309032" y="0"/>
                </a:lnTo>
                <a:lnTo>
                  <a:pt x="6309032" y="5316513"/>
                </a:lnTo>
                <a:lnTo>
                  <a:pt x="0" y="5316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1866" y="2949575"/>
            <a:ext cx="10967737" cy="657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Competencias Aplicadas: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Desarrollo de Software: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Creación de interfaces dinámicas y responsivas mediante frameworks modernos (React).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 Infraestructura y Despliegue: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Implementación de la plataf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orma en entornos web.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Integración de Datos: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Construcción del panel administrativo SQL para la actualización del directorio e imágenes.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Conexión con nuestros intereses: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proyecto materializa nuestro interés por desarrollar soluciones   tecnológicas tangibles que mejoren el entorno que nos rodea. Nos permite salir de la teoría y aplicar gestión de proyectos de software en un producto real, combinando el diseño de experiencia de usuario (modo kiosco) con la programación backend y frontend para la comunidad de Duoc UC.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01866" y="682841"/>
            <a:ext cx="7913187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PERFIL DE EGRESO E INTERESES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9291" y="720090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4137" y="1028700"/>
            <a:ext cx="5661686" cy="8229600"/>
            <a:chOff x="0" y="0"/>
            <a:chExt cx="877143" cy="12749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7143" cy="1274980"/>
            </a:xfrm>
            <a:custGeom>
              <a:avLst/>
              <a:gdLst/>
              <a:ahLst/>
              <a:cxnLst/>
              <a:rect r="r" b="b" t="t" l="l"/>
              <a:pathLst>
                <a:path h="1274980" w="877143">
                  <a:moveTo>
                    <a:pt x="0" y="0"/>
                  </a:moveTo>
                  <a:lnTo>
                    <a:pt x="877143" y="0"/>
                  </a:lnTo>
                  <a:lnTo>
                    <a:pt x="87714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4"/>
              <a:stretch>
                <a:fillRect l="-59290" t="0" r="-5929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3282029" y="-2702354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60593" y="2340928"/>
            <a:ext cx="10498707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Desarrollar un kiosco táctil interact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ivo para la sede Duoc UC San Joaquín que guíe a la comunidad en la ubicación de salas y servicios a lo largo de sus 8 pisos.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60593" y="1209675"/>
            <a:ext cx="10498707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60"/>
              </a:lnSpc>
            </a:pPr>
            <a:r>
              <a:rPr lang="en-US" b="true" sz="800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OBJETIVOS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60593" y="4030028"/>
            <a:ext cx="10498707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Interfaz: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Crear una app táctil accesible con mapas SVG y buscador.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60593" y="5883275"/>
            <a:ext cx="10498707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Implementar la API y un panel admin para gestionar datos.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60593" y="7736522"/>
            <a:ext cx="1049870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Soporte: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Añadir modo offline (PWA) y reporte de búsquedas.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651367" y="-205740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4578300" y="695642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8309" y="4267200"/>
            <a:ext cx="5419691" cy="5426474"/>
          </a:xfrm>
          <a:custGeom>
            <a:avLst/>
            <a:gdLst/>
            <a:ahLst/>
            <a:cxnLst/>
            <a:rect r="r" b="b" t="t" l="l"/>
            <a:pathLst>
              <a:path h="5426474" w="5419691">
                <a:moveTo>
                  <a:pt x="0" y="0"/>
                </a:moveTo>
                <a:lnTo>
                  <a:pt x="5419691" y="0"/>
                </a:lnTo>
                <a:lnTo>
                  <a:pt x="5419691" y="5426474"/>
                </a:lnTo>
                <a:lnTo>
                  <a:pt x="0" y="5426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1615" y="2949575"/>
            <a:ext cx="16567685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proyecto se ejecutará mediante el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marco de trabajo Scrum, estructurado en 5 Sprints para asegurar entregas continuas y mitigar riesgos: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1615" y="793753"/>
            <a:ext cx="7239625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METODOLOGIA DE TRABAJO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1615" y="3971925"/>
            <a:ext cx="11655034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1 (Fundación y Backend):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Model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ado de base de datos, entorno de desarrollo y API REST base.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1615" y="4994275"/>
            <a:ext cx="11655034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2 (Frontend UI):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Maquet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ación de la interfaz táctil y consumo del directorio desde la API.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1615" y="6016625"/>
            <a:ext cx="11655034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3 (Mapa Vectorial):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de la lógica de mapas SVG (8 pisos) y vinculación con el buscador.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1615" y="7038975"/>
            <a:ext cx="11655034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4 (Admin y Analíticas):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Panel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administración, reportes de uso y soporte offline (PWA).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1615" y="8061325"/>
            <a:ext cx="11655034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5 (Pruebas y Despliegue):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Testing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 hardware táctil, corrección de errores y entrega final.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2564" y="6655204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7" y="0"/>
                </a:lnTo>
                <a:lnTo>
                  <a:pt x="62174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554856"/>
            <a:ext cx="5027583" cy="6703444"/>
          </a:xfrm>
          <a:custGeom>
            <a:avLst/>
            <a:gdLst/>
            <a:ahLst/>
            <a:cxnLst/>
            <a:rect r="r" b="b" t="t" l="l"/>
            <a:pathLst>
              <a:path h="6703444" w="5027583">
                <a:moveTo>
                  <a:pt x="0" y="0"/>
                </a:moveTo>
                <a:lnTo>
                  <a:pt x="5027583" y="0"/>
                </a:lnTo>
                <a:lnTo>
                  <a:pt x="5027583" y="6703444"/>
                </a:lnTo>
                <a:lnTo>
                  <a:pt x="0" y="6703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684145" y="2918634"/>
            <a:ext cx="8062774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Fase 1: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Configuración 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Infraestructura Inicial.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Fase 2: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e Interfaz de Usuario.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Fase 3: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Contenido y Reglas Operativas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Fase 4: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Pruebas, Optimización y Despliegue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13586" y="380192"/>
            <a:ext cx="7239625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PLAN DE TRABAJO E HITOS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84145" y="2436535"/>
            <a:ext cx="612101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Plan de Trabajo: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09581" y="4688494"/>
            <a:ext cx="612101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Hitos: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09581" y="5143904"/>
            <a:ext cx="105784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H1: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Setup: Entorno configurado y linters activos.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09581" y="5680479"/>
            <a:ext cx="1122299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H2: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Documentación: Guías AGENTS.md y GUIA_EDICION.md listas.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09581" y="6223000"/>
            <a:ext cx="105784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H3: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MVP: Navegación e interfaz base funcionales.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09581" y="6769100"/>
            <a:ext cx="105784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H4: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Versión Beta: Carga completa de la información de la sede.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09581" y="7315200"/>
            <a:ext cx="105784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H5: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Lanzamiento: Auditoría de código y despliegue a producción.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6892" y="1738728"/>
            <a:ext cx="7359587" cy="3404772"/>
          </a:xfrm>
          <a:custGeom>
            <a:avLst/>
            <a:gdLst/>
            <a:ahLst/>
            <a:cxnLst/>
            <a:rect r="r" b="b" t="t" l="l"/>
            <a:pathLst>
              <a:path h="3404772" w="7359587">
                <a:moveTo>
                  <a:pt x="0" y="0"/>
                </a:moveTo>
                <a:lnTo>
                  <a:pt x="7359587" y="0"/>
                </a:lnTo>
                <a:lnTo>
                  <a:pt x="7359587" y="3404772"/>
                </a:lnTo>
                <a:lnTo>
                  <a:pt x="0" y="3404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6892" y="5968343"/>
            <a:ext cx="7359587" cy="3493157"/>
          </a:xfrm>
          <a:custGeom>
            <a:avLst/>
            <a:gdLst/>
            <a:ahLst/>
            <a:cxnLst/>
            <a:rect r="r" b="b" t="t" l="l"/>
            <a:pathLst>
              <a:path h="3493157" w="7359587">
                <a:moveTo>
                  <a:pt x="0" y="0"/>
                </a:moveTo>
                <a:lnTo>
                  <a:pt x="7359587" y="0"/>
                </a:lnTo>
                <a:lnTo>
                  <a:pt x="7359587" y="3493157"/>
                </a:lnTo>
                <a:lnTo>
                  <a:pt x="0" y="34931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2312" y="354330"/>
            <a:ext cx="8875286" cy="760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8"/>
              </a:lnSpc>
            </a:pPr>
            <a:r>
              <a:rPr lang="en-US" sz="5885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EVIDENCIAS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88287" y="1189669"/>
            <a:ext cx="950216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Vista de Inicio / Pantalla de Bienvenida (Kiosco Informativo)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8287" y="6102350"/>
            <a:ext cx="8731230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Mapa Int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eractivo de la Sede (Navegación por Pisos)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Mapa y Ubicaciones de la Sede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19216" y="2145344"/>
            <a:ext cx="9502163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 será la página de bienvenida de InfoDuoc, diseñada con una interfaz limpia e intuitiva. Incluye accesos directos a las funciones principales y un menú lateral a la izquierda que permite navegar de forma rápida y sencilla por todas las secciones del sistema.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88287" y="6946900"/>
            <a:ext cx="9502163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 sección permitirá visualizar un mapa interactivo con las distintas ubicaciones y espacios disponibles dentro de la sede. Cada piso contará con información detallada sobre la distribución de las salas, sectores de baños y otros espacios relevantes.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6428" y="973019"/>
            <a:ext cx="10975281" cy="5158547"/>
          </a:xfrm>
          <a:custGeom>
            <a:avLst/>
            <a:gdLst/>
            <a:ahLst/>
            <a:cxnLst/>
            <a:rect r="r" b="b" t="t" l="l"/>
            <a:pathLst>
              <a:path h="5158547" w="10975281">
                <a:moveTo>
                  <a:pt x="0" y="0"/>
                </a:moveTo>
                <a:lnTo>
                  <a:pt x="10975281" y="0"/>
                </a:lnTo>
                <a:lnTo>
                  <a:pt x="10975281" y="5158547"/>
                </a:lnTo>
                <a:lnTo>
                  <a:pt x="0" y="5158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6428" y="6176016"/>
            <a:ext cx="1580279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Directorio de Escuelas y Equipos de Sede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550666"/>
            <a:ext cx="16230600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 sección permite a los estudiantes consultar las distintas áreas académicas de Duoc UC, especificando el nombre de los directores de carrera, sus ubicaciones y medios de contacto.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Además, incluye información de servicios clave de la sede como Financiamiento, Pastoral, Punto Docente y Punto Estudiantil, facilitando la interacción y orientación dentro de la sede.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263174" y="-2102659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7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7" y="4114800"/>
                </a:lnTo>
                <a:lnTo>
                  <a:pt x="62174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439549">
            <a:off x="14806318" y="7437986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7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7" y="4114800"/>
                </a:lnTo>
                <a:lnTo>
                  <a:pt x="62174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-102870"/>
            <a:ext cx="5985588" cy="10389870"/>
            <a:chOff x="0" y="0"/>
            <a:chExt cx="3446780" cy="5982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9370" y="34290"/>
              <a:ext cx="3370580" cy="5911850"/>
            </a:xfrm>
            <a:custGeom>
              <a:avLst/>
              <a:gdLst/>
              <a:ahLst/>
              <a:cxnLst/>
              <a:rect r="r" b="b" t="t" l="l"/>
              <a:pathLst>
                <a:path h="5911850" w="3370580">
                  <a:moveTo>
                    <a:pt x="3370580" y="5911850"/>
                  </a:moveTo>
                  <a:lnTo>
                    <a:pt x="0" y="5911850"/>
                  </a:lnTo>
                  <a:lnTo>
                    <a:pt x="0" y="0"/>
                  </a:lnTo>
                  <a:lnTo>
                    <a:pt x="3370580" y="0"/>
                  </a:lnTo>
                  <a:lnTo>
                    <a:pt x="3370580" y="5911850"/>
                  </a:lnTo>
                  <a:close/>
                </a:path>
              </a:pathLst>
            </a:custGeom>
            <a:blipFill>
              <a:blip r:embed="rId4"/>
              <a:stretch>
                <a:fillRect l="-81786" t="0" r="-81786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" y="6350"/>
              <a:ext cx="3434080" cy="5970270"/>
            </a:xfrm>
            <a:custGeom>
              <a:avLst/>
              <a:gdLst/>
              <a:ahLst/>
              <a:cxnLst/>
              <a:rect r="r" b="b" t="t" l="l"/>
              <a:pathLst>
                <a:path h="5970270" w="3434080">
                  <a:moveTo>
                    <a:pt x="0" y="0"/>
                  </a:moveTo>
                  <a:lnTo>
                    <a:pt x="60960" y="0"/>
                  </a:lnTo>
                  <a:lnTo>
                    <a:pt x="60960" y="60960"/>
                  </a:lnTo>
                  <a:lnTo>
                    <a:pt x="0" y="60960"/>
                  </a:lnTo>
                  <a:lnTo>
                    <a:pt x="0" y="0"/>
                  </a:lnTo>
                  <a:close/>
                  <a:moveTo>
                    <a:pt x="3373120" y="0"/>
                  </a:moveTo>
                  <a:lnTo>
                    <a:pt x="3434080" y="0"/>
                  </a:lnTo>
                  <a:lnTo>
                    <a:pt x="3434080" y="60960"/>
                  </a:lnTo>
                  <a:lnTo>
                    <a:pt x="3373120" y="60960"/>
                  </a:lnTo>
                  <a:lnTo>
                    <a:pt x="3373120" y="0"/>
                  </a:lnTo>
                  <a:close/>
                  <a:moveTo>
                    <a:pt x="1686560" y="0"/>
                  </a:moveTo>
                  <a:lnTo>
                    <a:pt x="1747520" y="0"/>
                  </a:lnTo>
                  <a:lnTo>
                    <a:pt x="1747520" y="60960"/>
                  </a:lnTo>
                  <a:lnTo>
                    <a:pt x="1686560" y="60960"/>
                  </a:lnTo>
                  <a:lnTo>
                    <a:pt x="1686560" y="0"/>
                  </a:lnTo>
                  <a:close/>
                  <a:moveTo>
                    <a:pt x="0" y="5909310"/>
                  </a:moveTo>
                  <a:lnTo>
                    <a:pt x="60960" y="5909310"/>
                  </a:lnTo>
                  <a:lnTo>
                    <a:pt x="60960" y="5970270"/>
                  </a:lnTo>
                  <a:lnTo>
                    <a:pt x="0" y="5970270"/>
                  </a:lnTo>
                  <a:lnTo>
                    <a:pt x="0" y="5909310"/>
                  </a:lnTo>
                  <a:close/>
                  <a:moveTo>
                    <a:pt x="3373120" y="5909310"/>
                  </a:moveTo>
                  <a:lnTo>
                    <a:pt x="3434080" y="5909310"/>
                  </a:lnTo>
                  <a:lnTo>
                    <a:pt x="3434080" y="5970270"/>
                  </a:lnTo>
                  <a:lnTo>
                    <a:pt x="3373120" y="5970270"/>
                  </a:lnTo>
                  <a:lnTo>
                    <a:pt x="3373120" y="5909310"/>
                  </a:lnTo>
                  <a:close/>
                  <a:moveTo>
                    <a:pt x="1686560" y="5909310"/>
                  </a:moveTo>
                  <a:lnTo>
                    <a:pt x="1747520" y="5909310"/>
                  </a:lnTo>
                  <a:lnTo>
                    <a:pt x="1747520" y="5970270"/>
                  </a:lnTo>
                  <a:lnTo>
                    <a:pt x="1686560" y="5970270"/>
                  </a:lnTo>
                  <a:lnTo>
                    <a:pt x="1686560" y="5909310"/>
                  </a:lnTo>
                  <a:close/>
                  <a:moveTo>
                    <a:pt x="3373120" y="2955290"/>
                  </a:moveTo>
                  <a:lnTo>
                    <a:pt x="3434080" y="2955290"/>
                  </a:lnTo>
                  <a:lnTo>
                    <a:pt x="3434080" y="3016250"/>
                  </a:lnTo>
                  <a:lnTo>
                    <a:pt x="3373120" y="3016250"/>
                  </a:lnTo>
                  <a:lnTo>
                    <a:pt x="3373120" y="2955290"/>
                  </a:lnTo>
                  <a:close/>
                  <a:moveTo>
                    <a:pt x="0" y="2955290"/>
                  </a:moveTo>
                  <a:lnTo>
                    <a:pt x="60960" y="2955290"/>
                  </a:lnTo>
                  <a:lnTo>
                    <a:pt x="60960" y="3016250"/>
                  </a:lnTo>
                  <a:lnTo>
                    <a:pt x="0" y="3016250"/>
                  </a:lnTo>
                  <a:lnTo>
                    <a:pt x="0" y="2955290"/>
                  </a:ln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46780" cy="5984240"/>
            </a:xfrm>
            <a:custGeom>
              <a:avLst/>
              <a:gdLst/>
              <a:ahLst/>
              <a:cxnLst/>
              <a:rect r="r" b="b" t="t" l="l"/>
              <a:pathLst>
                <a:path h="5984240" w="3446780">
                  <a:moveTo>
                    <a:pt x="3446780" y="73660"/>
                  </a:moveTo>
                  <a:lnTo>
                    <a:pt x="3446780" y="0"/>
                  </a:lnTo>
                  <a:lnTo>
                    <a:pt x="3373120" y="0"/>
                  </a:lnTo>
                  <a:lnTo>
                    <a:pt x="3373120" y="30480"/>
                  </a:lnTo>
                  <a:lnTo>
                    <a:pt x="1760220" y="30480"/>
                  </a:lnTo>
                  <a:lnTo>
                    <a:pt x="1760220" y="0"/>
                  </a:lnTo>
                  <a:lnTo>
                    <a:pt x="1686560" y="0"/>
                  </a:lnTo>
                  <a:lnTo>
                    <a:pt x="1686560" y="30480"/>
                  </a:lnTo>
                  <a:lnTo>
                    <a:pt x="73660" y="30480"/>
                  </a:lnTo>
                  <a:lnTo>
                    <a:pt x="73660" y="0"/>
                  </a:lnTo>
                  <a:lnTo>
                    <a:pt x="0" y="0"/>
                  </a:lnTo>
                  <a:lnTo>
                    <a:pt x="0" y="73660"/>
                  </a:lnTo>
                  <a:lnTo>
                    <a:pt x="30480" y="73660"/>
                  </a:lnTo>
                  <a:lnTo>
                    <a:pt x="30480" y="2955290"/>
                  </a:lnTo>
                  <a:lnTo>
                    <a:pt x="0" y="2955290"/>
                  </a:lnTo>
                  <a:lnTo>
                    <a:pt x="0" y="3028950"/>
                  </a:lnTo>
                  <a:lnTo>
                    <a:pt x="30480" y="3028950"/>
                  </a:lnTo>
                  <a:lnTo>
                    <a:pt x="30480" y="5910580"/>
                  </a:lnTo>
                  <a:lnTo>
                    <a:pt x="0" y="5910580"/>
                  </a:lnTo>
                  <a:lnTo>
                    <a:pt x="0" y="5984240"/>
                  </a:lnTo>
                  <a:lnTo>
                    <a:pt x="73660" y="5984240"/>
                  </a:lnTo>
                  <a:lnTo>
                    <a:pt x="73660" y="5953760"/>
                  </a:lnTo>
                  <a:lnTo>
                    <a:pt x="1686560" y="5953760"/>
                  </a:lnTo>
                  <a:lnTo>
                    <a:pt x="1686560" y="5984240"/>
                  </a:lnTo>
                  <a:lnTo>
                    <a:pt x="1760220" y="5984240"/>
                  </a:lnTo>
                  <a:lnTo>
                    <a:pt x="1760220" y="5953760"/>
                  </a:lnTo>
                  <a:lnTo>
                    <a:pt x="3373120" y="5953760"/>
                  </a:lnTo>
                  <a:lnTo>
                    <a:pt x="3373120" y="5984240"/>
                  </a:lnTo>
                  <a:lnTo>
                    <a:pt x="3446780" y="5984240"/>
                  </a:lnTo>
                  <a:lnTo>
                    <a:pt x="3446780" y="5910580"/>
                  </a:lnTo>
                  <a:lnTo>
                    <a:pt x="3416300" y="5910580"/>
                  </a:lnTo>
                  <a:lnTo>
                    <a:pt x="3416300" y="3028950"/>
                  </a:lnTo>
                  <a:lnTo>
                    <a:pt x="3403600" y="3028950"/>
                  </a:lnTo>
                  <a:lnTo>
                    <a:pt x="3403600" y="5910580"/>
                  </a:lnTo>
                  <a:lnTo>
                    <a:pt x="3373120" y="5910580"/>
                  </a:lnTo>
                  <a:lnTo>
                    <a:pt x="3373120" y="5941060"/>
                  </a:lnTo>
                  <a:lnTo>
                    <a:pt x="1760220" y="5941060"/>
                  </a:lnTo>
                  <a:lnTo>
                    <a:pt x="1760220" y="5910580"/>
                  </a:lnTo>
                  <a:lnTo>
                    <a:pt x="1686560" y="5910580"/>
                  </a:lnTo>
                  <a:lnTo>
                    <a:pt x="1686560" y="5941060"/>
                  </a:lnTo>
                  <a:lnTo>
                    <a:pt x="73660" y="5941060"/>
                  </a:lnTo>
                  <a:lnTo>
                    <a:pt x="73660" y="5910580"/>
                  </a:lnTo>
                  <a:lnTo>
                    <a:pt x="43180" y="5910580"/>
                  </a:lnTo>
                  <a:lnTo>
                    <a:pt x="43180" y="3028950"/>
                  </a:lnTo>
                  <a:lnTo>
                    <a:pt x="73660" y="3028950"/>
                  </a:lnTo>
                  <a:lnTo>
                    <a:pt x="73660" y="2955290"/>
                  </a:lnTo>
                  <a:lnTo>
                    <a:pt x="43180" y="2955290"/>
                  </a:lnTo>
                  <a:lnTo>
                    <a:pt x="43180" y="73660"/>
                  </a:lnTo>
                  <a:lnTo>
                    <a:pt x="73660" y="73660"/>
                  </a:lnTo>
                  <a:lnTo>
                    <a:pt x="73660" y="43180"/>
                  </a:lnTo>
                  <a:lnTo>
                    <a:pt x="1686560" y="43180"/>
                  </a:lnTo>
                  <a:lnTo>
                    <a:pt x="1686560" y="73660"/>
                  </a:lnTo>
                  <a:lnTo>
                    <a:pt x="1760220" y="73660"/>
                  </a:lnTo>
                  <a:lnTo>
                    <a:pt x="1760220" y="43180"/>
                  </a:lnTo>
                  <a:lnTo>
                    <a:pt x="3373120" y="43180"/>
                  </a:lnTo>
                  <a:lnTo>
                    <a:pt x="3373120" y="73660"/>
                  </a:lnTo>
                  <a:lnTo>
                    <a:pt x="3403600" y="73660"/>
                  </a:lnTo>
                  <a:lnTo>
                    <a:pt x="3403600" y="2955290"/>
                  </a:lnTo>
                  <a:lnTo>
                    <a:pt x="3373120" y="2955290"/>
                  </a:lnTo>
                  <a:lnTo>
                    <a:pt x="3373120" y="3028950"/>
                  </a:lnTo>
                  <a:lnTo>
                    <a:pt x="3446780" y="3028950"/>
                  </a:lnTo>
                  <a:lnTo>
                    <a:pt x="3446780" y="2955290"/>
                  </a:lnTo>
                  <a:lnTo>
                    <a:pt x="3416300" y="2955290"/>
                  </a:lnTo>
                  <a:lnTo>
                    <a:pt x="3416300" y="73660"/>
                  </a:lnTo>
                  <a:lnTo>
                    <a:pt x="3446780" y="73660"/>
                  </a:lnTo>
                  <a:close/>
                  <a:moveTo>
                    <a:pt x="3385820" y="5922010"/>
                  </a:moveTo>
                  <a:lnTo>
                    <a:pt x="3434080" y="5922010"/>
                  </a:lnTo>
                  <a:lnTo>
                    <a:pt x="3434080" y="5970270"/>
                  </a:lnTo>
                  <a:lnTo>
                    <a:pt x="3385820" y="5970270"/>
                  </a:lnTo>
                  <a:lnTo>
                    <a:pt x="3385820" y="5922010"/>
                  </a:lnTo>
                  <a:close/>
                  <a:moveTo>
                    <a:pt x="1699260" y="5922010"/>
                  </a:moveTo>
                  <a:lnTo>
                    <a:pt x="1747520" y="5922010"/>
                  </a:lnTo>
                  <a:lnTo>
                    <a:pt x="1747520" y="5970270"/>
                  </a:lnTo>
                  <a:lnTo>
                    <a:pt x="1699260" y="5970270"/>
                  </a:lnTo>
                  <a:lnTo>
                    <a:pt x="1699260" y="5922010"/>
                  </a:lnTo>
                  <a:close/>
                  <a:moveTo>
                    <a:pt x="60960" y="5970270"/>
                  </a:moveTo>
                  <a:lnTo>
                    <a:pt x="12700" y="5970270"/>
                  </a:lnTo>
                  <a:lnTo>
                    <a:pt x="12700" y="5922010"/>
                  </a:lnTo>
                  <a:lnTo>
                    <a:pt x="60960" y="5922010"/>
                  </a:lnTo>
                  <a:lnTo>
                    <a:pt x="60960" y="5970270"/>
                  </a:lnTo>
                  <a:close/>
                  <a:moveTo>
                    <a:pt x="60960" y="3016250"/>
                  </a:moveTo>
                  <a:lnTo>
                    <a:pt x="12700" y="3016250"/>
                  </a:lnTo>
                  <a:lnTo>
                    <a:pt x="12700" y="2967990"/>
                  </a:lnTo>
                  <a:lnTo>
                    <a:pt x="60960" y="2967990"/>
                  </a:lnTo>
                  <a:lnTo>
                    <a:pt x="60960" y="3016250"/>
                  </a:lnTo>
                  <a:close/>
                  <a:moveTo>
                    <a:pt x="60960" y="60960"/>
                  </a:moveTo>
                  <a:lnTo>
                    <a:pt x="12700" y="60960"/>
                  </a:lnTo>
                  <a:lnTo>
                    <a:pt x="12700" y="12700"/>
                  </a:lnTo>
                  <a:lnTo>
                    <a:pt x="60960" y="12700"/>
                  </a:lnTo>
                  <a:lnTo>
                    <a:pt x="60960" y="60960"/>
                  </a:lnTo>
                  <a:close/>
                  <a:moveTo>
                    <a:pt x="1747520" y="60960"/>
                  </a:moveTo>
                  <a:lnTo>
                    <a:pt x="1699260" y="60960"/>
                  </a:lnTo>
                  <a:lnTo>
                    <a:pt x="1699260" y="12700"/>
                  </a:lnTo>
                  <a:lnTo>
                    <a:pt x="1747520" y="12700"/>
                  </a:lnTo>
                  <a:lnTo>
                    <a:pt x="1747520" y="60960"/>
                  </a:lnTo>
                  <a:close/>
                  <a:moveTo>
                    <a:pt x="3434080" y="3016250"/>
                  </a:moveTo>
                  <a:lnTo>
                    <a:pt x="3385820" y="3016250"/>
                  </a:lnTo>
                  <a:lnTo>
                    <a:pt x="3385820" y="2967990"/>
                  </a:lnTo>
                  <a:lnTo>
                    <a:pt x="3434080" y="2967990"/>
                  </a:lnTo>
                  <a:lnTo>
                    <a:pt x="3434080" y="3016250"/>
                  </a:lnTo>
                  <a:close/>
                  <a:moveTo>
                    <a:pt x="3385820" y="12700"/>
                  </a:moveTo>
                  <a:lnTo>
                    <a:pt x="3434080" y="12700"/>
                  </a:lnTo>
                  <a:lnTo>
                    <a:pt x="3434080" y="60960"/>
                  </a:lnTo>
                  <a:lnTo>
                    <a:pt x="3385820" y="60960"/>
                  </a:lnTo>
                  <a:lnTo>
                    <a:pt x="3385820" y="12700"/>
                  </a:lnTo>
                  <a:close/>
                </a:path>
              </a:pathLst>
            </a:custGeom>
            <a:solidFill>
              <a:srgbClr val="B3D4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439123" y="2949575"/>
            <a:ext cx="8751906" cy="657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InfoDuoc contempla ser una herramienta de apoyo para todos los nuevos estudiantes que lleguen a la sede, facilitando su proceso de adaptación y ayudándolos a familiarizarse con las diferentes instalaciones y espacios disponibles. De esta manera, se busca mejorar su experiencia durante los primeros días y entregarles una orientación más rápida y accesible.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Como proyección a futuro, se contempla ampliar InfoDuoc a otras sedes de la comunidad y, posteriormente, implementarlo a nivel nacional, permitiendo que más estudiantes puedan beneficiarse de esta herramienta.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39123" y="1209675"/>
            <a:ext cx="6824051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CONCLUSIÓN: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0223" y="4066239"/>
            <a:ext cx="12227555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6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GRACIAS POR SU ATENCION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5034530">
            <a:off x="-1983817" y="-169063"/>
            <a:ext cx="5684232" cy="3761928"/>
          </a:xfrm>
          <a:custGeom>
            <a:avLst/>
            <a:gdLst/>
            <a:ahLst/>
            <a:cxnLst/>
            <a:rect r="r" b="b" t="t" l="l"/>
            <a:pathLst>
              <a:path h="3761928" w="5684232">
                <a:moveTo>
                  <a:pt x="5684232" y="0"/>
                </a:moveTo>
                <a:lnTo>
                  <a:pt x="0" y="0"/>
                </a:lnTo>
                <a:lnTo>
                  <a:pt x="0" y="3761928"/>
                </a:lnTo>
                <a:lnTo>
                  <a:pt x="5684232" y="3761928"/>
                </a:lnTo>
                <a:lnTo>
                  <a:pt x="56842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699521" y="704652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85562" y="5033344"/>
            <a:ext cx="58022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QUEDAMOS ATENTOS A SUS DUDAS...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10192061">
            <a:off x="14752050" y="-123248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6050288">
            <a:off x="14738378" y="7135770"/>
            <a:ext cx="6414240" cy="4245061"/>
          </a:xfrm>
          <a:custGeom>
            <a:avLst/>
            <a:gdLst/>
            <a:ahLst/>
            <a:cxnLst/>
            <a:rect r="r" b="b" t="t" l="l"/>
            <a:pathLst>
              <a:path h="4245061" w="6414240">
                <a:moveTo>
                  <a:pt x="6414240" y="0"/>
                </a:moveTo>
                <a:lnTo>
                  <a:pt x="0" y="0"/>
                </a:lnTo>
                <a:lnTo>
                  <a:pt x="0" y="4245060"/>
                </a:lnTo>
                <a:lnTo>
                  <a:pt x="6414240" y="4245060"/>
                </a:lnTo>
                <a:lnTo>
                  <a:pt x="64142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DAHTl0RpnfE</dc:identifier>
  <dcterms:modified xsi:type="dcterms:W3CDTF">2011-08-01T06:04:30Z</dcterms:modified>
  <cp:revision>1</cp:revision>
  <dc:title>Presentacion: Fase 1 del Sistema Kiosko Interactivo (InfoDuoc San Joaquín) CAPSTONE)</dc:title>
</cp:coreProperties>
</file>